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T Rounds Condensed Bold" charset="1" panose="02000806030000020003"/>
      <p:regular r:id="rId14"/>
    </p:embeddedFont>
    <p:embeddedFont>
      <p:font typeface="Calibri (MS)" charset="1" panose="020F0502020204030204"/>
      <p:regular r:id="rId15"/>
    </p:embeddedFont>
    <p:embeddedFont>
      <p:font typeface="Times New Roman MT Bold" charset="1" panose="020308020704050203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2401" y="471764"/>
            <a:ext cx="5400675" cy="1113873"/>
            <a:chOff x="0" y="0"/>
            <a:chExt cx="7200900" cy="1485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00900" cy="1485138"/>
            </a:xfrm>
            <a:custGeom>
              <a:avLst/>
              <a:gdLst/>
              <a:ahLst/>
              <a:cxnLst/>
              <a:rect r="r" b="b" t="t" l="l"/>
              <a:pathLst>
                <a:path h="1485138" w="7200900">
                  <a:moveTo>
                    <a:pt x="0" y="0"/>
                  </a:moveTo>
                  <a:lnTo>
                    <a:pt x="7200900" y="0"/>
                  </a:lnTo>
                  <a:lnTo>
                    <a:pt x="7200900" y="1485138"/>
                  </a:lnTo>
                  <a:lnTo>
                    <a:pt x="0" y="1485138"/>
                  </a:lnTo>
                  <a:close/>
                </a:path>
              </a:pathLst>
            </a:custGeom>
            <a:blipFill>
              <a:blip r:embed="rId2"/>
              <a:stretch>
                <a:fillRect l="0" t="-199798" r="0" b="-185065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062464" y="9389024"/>
            <a:ext cx="19364751" cy="938895"/>
            <a:chOff x="0" y="0"/>
            <a:chExt cx="25819668" cy="12518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819733" cy="1251839"/>
            </a:xfrm>
            <a:custGeom>
              <a:avLst/>
              <a:gdLst/>
              <a:ahLst/>
              <a:cxnLst/>
              <a:rect r="r" b="b" t="t" l="l"/>
              <a:pathLst>
                <a:path h="1251839" w="25819733">
                  <a:moveTo>
                    <a:pt x="0" y="0"/>
                  </a:moveTo>
                  <a:lnTo>
                    <a:pt x="25819733" y="0"/>
                  </a:lnTo>
                  <a:lnTo>
                    <a:pt x="25819733" y="1251839"/>
                  </a:lnTo>
                  <a:lnTo>
                    <a:pt x="0" y="1251839"/>
                  </a:lnTo>
                  <a:close/>
                </a:path>
              </a:pathLst>
            </a:custGeom>
            <a:solidFill>
              <a:srgbClr val="FFC000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0" y="3447574"/>
            <a:ext cx="13716000" cy="1817370"/>
            <a:chOff x="0" y="0"/>
            <a:chExt cx="18288000" cy="2423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0" cy="2423160"/>
            </a:xfrm>
            <a:custGeom>
              <a:avLst/>
              <a:gdLst/>
              <a:ahLst/>
              <a:cxnLst/>
              <a:rect r="r" b="b" t="t" l="l"/>
              <a:pathLst>
                <a:path h="2423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423160"/>
                  </a:lnTo>
                  <a:lnTo>
                    <a:pt x="0" y="2423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24" r="0" b="-14558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0"/>
              <a:ext cx="18288000" cy="23279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b="true" sz="9000" spc="-54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Title of Idea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633182" y="571282"/>
            <a:ext cx="3397518" cy="914836"/>
          </a:xfrm>
          <a:custGeom>
            <a:avLst/>
            <a:gdLst/>
            <a:ahLst/>
            <a:cxnLst/>
            <a:rect r="r" b="b" t="t" l="l"/>
            <a:pathLst>
              <a:path h="914836" w="3397518">
                <a:moveTo>
                  <a:pt x="0" y="0"/>
                </a:moveTo>
                <a:lnTo>
                  <a:pt x="3397518" y="0"/>
                </a:lnTo>
                <a:lnTo>
                  <a:pt x="3397518" y="914836"/>
                </a:lnTo>
                <a:lnTo>
                  <a:pt x="0" y="91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637" t="-26229" r="-4084" b="-25913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77440" y="5429726"/>
            <a:ext cx="13533120" cy="153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Name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Course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99112" y="9618061"/>
            <a:ext cx="5077539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 Hackathon: DSVV Innovate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Agenda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Motivation / Problem Statement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Objectives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Proposed Solution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Implementation Approach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Feasibility, Impact &amp; Growth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 &amp; Contact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062464" y="9389024"/>
            <a:ext cx="19364751" cy="938895"/>
            <a:chOff x="0" y="0"/>
            <a:chExt cx="25819668" cy="12518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819733" cy="1251839"/>
            </a:xfrm>
            <a:custGeom>
              <a:avLst/>
              <a:gdLst/>
              <a:ahLst/>
              <a:cxnLst/>
              <a:rect r="r" b="b" t="t" l="l"/>
              <a:pathLst>
                <a:path h="1251839" w="25819733">
                  <a:moveTo>
                    <a:pt x="0" y="0"/>
                  </a:moveTo>
                  <a:lnTo>
                    <a:pt x="25819733" y="0"/>
                  </a:lnTo>
                  <a:lnTo>
                    <a:pt x="25819733" y="1251839"/>
                  </a:lnTo>
                  <a:lnTo>
                    <a:pt x="0" y="1251839"/>
                  </a:lnTo>
                  <a:close/>
                </a:path>
              </a:pathLst>
            </a:custGeom>
            <a:solidFill>
              <a:srgbClr val="FFC000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6699866" y="9618061"/>
            <a:ext cx="5076031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 Hackathon: DSVV Innovate 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Motivation / Problem Statement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What is the problem you identified?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Why is it important to solve?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solution or gap in the market/field.</a:t>
            </a:r>
          </a:p>
          <a:p>
            <a:pPr algn="l" marL="760095" indent="-380048" lvl="1">
              <a:lnSpc>
                <a:spcPts val="4536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062464" y="9389024"/>
            <a:ext cx="19364751" cy="938895"/>
            <a:chOff x="0" y="0"/>
            <a:chExt cx="25819668" cy="12518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819733" cy="1251839"/>
            </a:xfrm>
            <a:custGeom>
              <a:avLst/>
              <a:gdLst/>
              <a:ahLst/>
              <a:cxnLst/>
              <a:rect r="r" b="b" t="t" l="l"/>
              <a:pathLst>
                <a:path h="1251839" w="25819733">
                  <a:moveTo>
                    <a:pt x="0" y="0"/>
                  </a:moveTo>
                  <a:lnTo>
                    <a:pt x="25819733" y="0"/>
                  </a:lnTo>
                  <a:lnTo>
                    <a:pt x="25819733" y="1251839"/>
                  </a:lnTo>
                  <a:lnTo>
                    <a:pt x="0" y="1251839"/>
                  </a:lnTo>
                  <a:close/>
                </a:path>
              </a:pathLst>
            </a:custGeom>
            <a:solidFill>
              <a:srgbClr val="FFC000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6699866" y="9618061"/>
            <a:ext cx="5076031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 Hackathon: DSVV Innovate 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Objectives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What do you aim to achieve?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Main goals of your idea/project.</a:t>
            </a:r>
          </a:p>
          <a:p>
            <a:pPr algn="l" marL="760095" indent="-380048" lvl="1">
              <a:lnSpc>
                <a:spcPts val="4536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062464" y="9389024"/>
            <a:ext cx="19364751" cy="938895"/>
            <a:chOff x="0" y="0"/>
            <a:chExt cx="25819668" cy="12518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819733" cy="1251839"/>
            </a:xfrm>
            <a:custGeom>
              <a:avLst/>
              <a:gdLst/>
              <a:ahLst/>
              <a:cxnLst/>
              <a:rect r="r" b="b" t="t" l="l"/>
              <a:pathLst>
                <a:path h="1251839" w="25819733">
                  <a:moveTo>
                    <a:pt x="0" y="0"/>
                  </a:moveTo>
                  <a:lnTo>
                    <a:pt x="25819733" y="0"/>
                  </a:lnTo>
                  <a:lnTo>
                    <a:pt x="25819733" y="1251839"/>
                  </a:lnTo>
                  <a:lnTo>
                    <a:pt x="0" y="1251839"/>
                  </a:lnTo>
                  <a:close/>
                </a:path>
              </a:pathLst>
            </a:custGeom>
            <a:solidFill>
              <a:srgbClr val="FFC000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6699866" y="9618061"/>
            <a:ext cx="5076031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 Hackathon: DSVV Innovate 2026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Proposed Solution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Describe your idea/solution.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How does it work?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What makes it innovative?</a:t>
            </a:r>
          </a:p>
          <a:p>
            <a:pPr algn="l" marL="760095" indent="-380048" lvl="1">
              <a:lnSpc>
                <a:spcPts val="4536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062464" y="9389024"/>
            <a:ext cx="19364751" cy="938895"/>
            <a:chOff x="0" y="0"/>
            <a:chExt cx="25819668" cy="12518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819733" cy="1251839"/>
            </a:xfrm>
            <a:custGeom>
              <a:avLst/>
              <a:gdLst/>
              <a:ahLst/>
              <a:cxnLst/>
              <a:rect r="r" b="b" t="t" l="l"/>
              <a:pathLst>
                <a:path h="1251839" w="25819733">
                  <a:moveTo>
                    <a:pt x="0" y="0"/>
                  </a:moveTo>
                  <a:lnTo>
                    <a:pt x="25819733" y="0"/>
                  </a:lnTo>
                  <a:lnTo>
                    <a:pt x="25819733" y="1251839"/>
                  </a:lnTo>
                  <a:lnTo>
                    <a:pt x="0" y="1251839"/>
                  </a:lnTo>
                  <a:close/>
                </a:path>
              </a:pathLst>
            </a:custGeom>
            <a:solidFill>
              <a:srgbClr val="FFC000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6699866" y="9618061"/>
            <a:ext cx="5076031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 Hackathon: DSVV Innovate 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Implementation Approach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Process/Workflow diagram (if any)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Tools, technologies, or methods you plan to use.</a:t>
            </a:r>
          </a:p>
          <a:p>
            <a:pPr algn="l" marL="760095" indent="-380048" lvl="1">
              <a:lnSpc>
                <a:spcPts val="4536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062464" y="9389024"/>
            <a:ext cx="19364751" cy="938895"/>
            <a:chOff x="0" y="0"/>
            <a:chExt cx="25819668" cy="12518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819733" cy="1251839"/>
            </a:xfrm>
            <a:custGeom>
              <a:avLst/>
              <a:gdLst/>
              <a:ahLst/>
              <a:cxnLst/>
              <a:rect r="r" b="b" t="t" l="l"/>
              <a:pathLst>
                <a:path h="1251839" w="25819733">
                  <a:moveTo>
                    <a:pt x="0" y="0"/>
                  </a:moveTo>
                  <a:lnTo>
                    <a:pt x="25819733" y="0"/>
                  </a:lnTo>
                  <a:lnTo>
                    <a:pt x="25819733" y="1251839"/>
                  </a:lnTo>
                  <a:lnTo>
                    <a:pt x="0" y="1251839"/>
                  </a:lnTo>
                  <a:close/>
                </a:path>
              </a:pathLst>
            </a:custGeom>
            <a:solidFill>
              <a:srgbClr val="FFC000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6699866" y="9618061"/>
            <a:ext cx="5076031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 Hackathon: DSVV Innovate 2026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Feasibility, Impact &amp; Growth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Practicality of implementing the solution.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Expected impact (social, economic, technological, etc.)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Potential for scalability and future improvements.</a:t>
            </a:r>
          </a:p>
          <a:p>
            <a:pPr algn="l" marL="760095" indent="-380048" lvl="1">
              <a:lnSpc>
                <a:spcPts val="4536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062464" y="9389024"/>
            <a:ext cx="19364751" cy="938895"/>
            <a:chOff x="0" y="0"/>
            <a:chExt cx="25819668" cy="12518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819733" cy="1251839"/>
            </a:xfrm>
            <a:custGeom>
              <a:avLst/>
              <a:gdLst/>
              <a:ahLst/>
              <a:cxnLst/>
              <a:rect r="r" b="b" t="t" l="l"/>
              <a:pathLst>
                <a:path h="1251839" w="25819733">
                  <a:moveTo>
                    <a:pt x="0" y="0"/>
                  </a:moveTo>
                  <a:lnTo>
                    <a:pt x="25819733" y="0"/>
                  </a:lnTo>
                  <a:lnTo>
                    <a:pt x="25819733" y="1251839"/>
                  </a:lnTo>
                  <a:lnTo>
                    <a:pt x="0" y="1251839"/>
                  </a:lnTo>
                  <a:close/>
                </a:path>
              </a:pathLst>
            </a:custGeom>
            <a:solidFill>
              <a:srgbClr val="FFC000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6699866" y="9618061"/>
            <a:ext cx="5076031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 Hackathon: DSVV Innovate 2026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Conclusion &amp; Contact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353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Summary of your key points.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Why your idea stands out.</a:t>
            </a:r>
          </a:p>
          <a:p>
            <a:pPr algn="l" marL="760095" indent="-380048" lvl="1">
              <a:lnSpc>
                <a:spcPts val="4536"/>
              </a:lnSpc>
            </a:pP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Contact Details: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Names &amp; Emails</a:t>
            </a:r>
          </a:p>
          <a:p>
            <a:pPr algn="l" marL="760095" indent="-380048" lvl="1">
              <a:lnSpc>
                <a:spcPts val="4536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062464" y="9389024"/>
            <a:ext cx="19364751" cy="938895"/>
            <a:chOff x="0" y="0"/>
            <a:chExt cx="25819668" cy="12518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819733" cy="1251839"/>
            </a:xfrm>
            <a:custGeom>
              <a:avLst/>
              <a:gdLst/>
              <a:ahLst/>
              <a:cxnLst/>
              <a:rect r="r" b="b" t="t" l="l"/>
              <a:pathLst>
                <a:path h="1251839" w="25819733">
                  <a:moveTo>
                    <a:pt x="0" y="0"/>
                  </a:moveTo>
                  <a:lnTo>
                    <a:pt x="25819733" y="0"/>
                  </a:lnTo>
                  <a:lnTo>
                    <a:pt x="25819733" y="1251839"/>
                  </a:lnTo>
                  <a:lnTo>
                    <a:pt x="0" y="1251839"/>
                  </a:lnTo>
                  <a:close/>
                </a:path>
              </a:pathLst>
            </a:custGeom>
            <a:solidFill>
              <a:srgbClr val="FFC000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6699866" y="9618061"/>
            <a:ext cx="5076031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 Hackathon: DSVV Innovate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DAHSR4txSGo</dc:identifier>
  <dcterms:modified xsi:type="dcterms:W3CDTF">2011-08-01T06:04:30Z</dcterms:modified>
  <cp:revision>1</cp:revision>
  <dc:title>Hackathon: DSVV Innovate 2026</dc:title>
</cp:coreProperties>
</file>